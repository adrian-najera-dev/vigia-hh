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Vigía HH — Definición del Proyecto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Presentación grupal · Fase 1 · APT122  (marcador de posición — reemplazar)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